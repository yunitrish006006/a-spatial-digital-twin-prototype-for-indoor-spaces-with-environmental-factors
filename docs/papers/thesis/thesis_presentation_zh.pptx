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A Sparse-Sensing Spatial Digital Twin for Learning Environmental Impacts of Non-Networked Appliances in a Single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系所：國立彰化師範大學資訊工程學系碩士班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主題：以 8 顆角落感測器重建單房間溫度、濕度、照度場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研究問題與動機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問題背景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一般房間內仍存在大量非連網裝置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冷氣、窗戶、照明會改變環境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但系統通常無法直接讀到其狀態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核心挑戰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只有少量感測器，無法直接知道全室分布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裝置可能新增、移動，家具也會阻擋傳遞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早期純插值與 local-only 模型都出現不合理結果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71600"/>
            <a:ext cx="3474720" cy="35661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研究目標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重建三因子空間場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學習非連網裝置對環境的影響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以 Web 與工具介面提供查詢與決策能力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入口分成使用者互動層與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所有請求都先進入服務編排層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後端主體為環境數位孿生核心與校正學習層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hybrid residual 只作為 optional 第二層修正器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92240" y="1417320"/>
            <a:ext cx="4572000" cy="42062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固定設定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房間尺寸：6 m × 4 m × 3 m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感測器：地面四角 + 天花板四角，共 8 顆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區域：window_zone / center_zone / door_side_zone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設備：ac_main / window_main / light_main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採樣網格：16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39496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核心表示式</a:t>
            </a:r>
          </a:p>
          <a:p>
            <a:pPr>
              <a:spcAft>
                <a:spcPts val="400"/>
              </a:spcAft>
              <a:defRPr sz="1500">
                <a:solidFill>
                  <a:srgbClr val="192028"/>
                </a:solidFill>
                <a:latin typeface="Cambria Math"/>
              </a:defRPr>
            </a:pPr>
            <a:r>
              <a:rPr sz="1500" b="0">
                <a:solidFill>
                  <a:srgbClr val="192028"/>
                </a:solidFill>
                <a:latin typeface="Cambria Math"/>
              </a:rPr>
              <a:t>Fᵥ(x,y,z,t) = Bᵥᵇᵘˡᵏ(t) + Bᵥˡᵒᶜᵃˡ(x,y,z,t)</a:t>
            </a:r>
          </a:p>
          <a:p>
            <a:pPr>
              <a:spcAft>
                <a:spcPts val="400"/>
              </a:spcAft>
              <a:defRPr sz="1500">
                <a:solidFill>
                  <a:srgbClr val="192028"/>
                </a:solidFill>
                <a:latin typeface="Cambria Math"/>
              </a:defRPr>
            </a:pPr>
            <a:r>
              <a:rPr sz="1500" b="0">
                <a:solidFill>
                  <a:srgbClr val="192028"/>
                </a:solidFill>
                <a:latin typeface="Cambria Math"/>
              </a:rPr>
              <a:t>+ Σ Iⱼ,ᵥˡᵒᶜᵃˡ(x,y,z,t) + Cᵥ(x,y,z)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bulk：全室平均狀態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local：設備附近與局部空間差異</a:t>
            </a:r>
          </a:p>
          <a:p>
            <a:pPr>
              <a:spcAft>
                <a:spcPts val="400"/>
              </a:spcAft>
              <a:defRPr sz="1500">
                <a:solidFill>
                  <a:srgbClr val="192028"/>
                </a:solidFill>
                <a:latin typeface="Cambria Math"/>
              </a:defRPr>
            </a:pPr>
            <a:r>
              <a:rPr sz="1500" b="0">
                <a:solidFill>
                  <a:srgbClr val="192028"/>
                </a:solidFill>
                <a:latin typeface="Cambria Math"/>
              </a:rPr>
              <a:t>Cᵥ：由角落感測器殘差擬合的 trilinear 校正場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1325880"/>
            <a:ext cx="53035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模型特點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冷氣、窗戶、照明都是模組化裝置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家具會造成 obstacle-aware attenuation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動態響應採一階收斂近似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控制推薦在 target zone 上評分與排序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感測器校正與影響學習</a:t>
            </a:r>
          </a:p>
        </p:txBody>
      </p:sp>
      <p:pic>
        <p:nvPicPr>
          <p:cNvPr id="4" name="Picture 3" descr="感測器校正與學習流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576072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41732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先用 8 顆角落感測器比較預測值與觀測值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用殘差校準 active device power scale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再擬合 trilinear residual correction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before/after observations 另外用來學非連網裝置影響係數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MCP / Gemma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本地 stdio MCP server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提供 scenario, ranking, point sample, baseline, impacts, window tools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時間軸、播放、point sample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裝置與家具都可模組化設定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支援 hybrid estimator toggle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28016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輸入模式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標準情境 8 組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窗戶矩陣 48 組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窗戶 direct input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自訂家具與自訂裝置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驗證流程與比較原則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0352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71600"/>
            <a:ext cx="4800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synthetic full-field：8 組標準情境、truth-adjusted sensors、IDW 與消融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hybrid residual：no-Fourier 對照與 LOO cross-validation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window matrix：48 組外部邊界條件敏感度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真實 bedroom_01 快照：28 筆，檢查 pillow 位置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public datasets：只作 task-aligned benchmark，不當 full-field 基準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推薦排序：目前是 counterfactual simulation；有效性需介入實驗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主要結果：場重建與 baseline 比較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38328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429000"/>
            <a:ext cx="3383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驗證情境數：8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比較項目：field / sensors / zones / IDW / recommendations</a:t>
            </a:r>
          </a:p>
        </p:txBody>
      </p:sp>
      <p:pic>
        <p:nvPicPr>
          <p:cNvPr id="6" name="Picture 5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3474720" cy="4297680"/>
          </a:xfrm>
          <a:prstGeom prst="rect">
            <a:avLst/>
          </a:prstGeom>
        </p:spPr>
      </p:pic>
      <p:pic>
        <p:nvPicPr>
          <p:cNvPr id="7" name="Picture 6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1325880"/>
            <a:ext cx="3474720" cy="4297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457200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Held-out + LOO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Default hybrid MAE: T=0.0023, H=0.0041, L=0.1675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No-Fourier hybrid MAE: T=0.0022, H=0.0045, L=0.1675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LOO avg hybrid MAE: T=0.0017, H=0.0055, L=0.1581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234440"/>
            <a:ext cx="5669280" cy="283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577840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hybrid residual 是第二層修正器，不取代主模型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結果證明標準情境 family 內殘差可學習，不代表任意房間泛化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另以 bedroom_01 真實快照檢查 sparse calibration 對 pillow 點的改善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研究貢獻與資料策略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4241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提出以單房間、8 顆角落感測器為前提的三因子空間數位孿生原型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 bulk + local field、power calibration 與 trilinear correction 建立可解釋估測流程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以 least-squares 學習非連網裝置影響，並用 hybrid residual 做第二層修正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明確拆分 synthetic full-field、real sparse calibration、public task-aligned 與 intervention validation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完整 3D 場比較以 canonical synthetic benchmark 為主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真實臥室快照校正後 pillow MAE: T=0.1676, H=0.3939, L=21.3753</a:t>
            </a:r>
          </a:p>
          <a:p>
            <a:pPr>
              <a:spcAft>
                <a:spcPts val="800"/>
              </a:spcAft>
              <a:defRPr sz="1800">
                <a:solidFill>
                  <a:srgbClr val="192028"/>
                </a:solidFill>
                <a:latin typeface="PingFang TC"/>
              </a:defRPr>
            </a:pPr>
            <a:r>
              <a:rPr sz="1800" b="0">
                <a:solidFill>
                  <a:srgbClr val="192028"/>
                </a:solidFill>
                <a:latin typeface="PingFang TC"/>
              </a:rPr>
              <a:t>公開資料集則採 task-aligned benchmark：CU-BEMS / SML2010 / ASHRAE 各比相容子任務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有限角落感測器下仍可用分層式模型重建單房間三因子分布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非連網裝置可透過環境變化進行影響學習與校正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bedroom_01 7 天快照顯示校正後可改善未參與 fitting 的 pillow 點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各資料來源支援的 claim boundary 已拆開說明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模型已能輸出區域估計、反事實推薦排序與 AI 可查詢工具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463040"/>
            <a:ext cx="521208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700" b="1">
                <a:solidFill>
                  <a:srgbClr val="005382"/>
                </a:solidFill>
                <a:latin typeface="PingFang TC"/>
              </a:defRPr>
            </a:pPr>
            <a:r>
              <a:rPr sz="17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擴充 CO2 / PM2.5 等因子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改進 multi-zone / partition 模型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補足 dense real-room ground truth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400"/>
              </a:spcAft>
              <a:defRPr sz="1300">
                <a:solidFill>
                  <a:srgbClr val="192028"/>
                </a:solidFill>
                <a:latin typeface="PingFang TC"/>
              </a:defRPr>
            </a:pPr>
            <a:r>
              <a:rPr sz="1300" b="0">
                <a:solidFill>
                  <a:srgbClr val="192028"/>
                </a:solidFill>
                <a:latin typeface="PingFang TC"/>
              </a:rPr>
              <a:t>研究遠端 MCP 與閉環控制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