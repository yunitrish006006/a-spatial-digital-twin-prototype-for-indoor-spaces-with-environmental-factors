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數學模型：變數專屬場模型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Nᵥ：變數專屬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溫度：熱交換、熱源、垂直分層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濕度：除濕、水氣交換、物理範圍限制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照度：直射、環境光、一次漫反射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三個變數共用座標、設備與校正框架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nominal model 不共用同一套物理公式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控制推薦在 target zone 上評分與排序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76072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4173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先用 8 顆角落感測器比較預測值與觀測值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用殘差校準 active device power scale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再擬合 trilinear residual correction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before/after observations 另外用來學非連網裝置影響係數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不做預測；只提供 AI 可呼叫 runtime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initialize：註冊環境、設備、家具與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point：查指定座標在特定時間/穩定態的三因子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impacts：建立 before/after 觀測紀錄再學係數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direct：直接輸入外部溫濕度、日照與開窗比例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actions：針對指定座標與目標排序註冊設備操作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E1-E3：synthetic full-field、IDW baseline、ablation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E4：非連網裝置影響學習與推薦排序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E5：window matrix 48 組外部邊界條件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E6：hybrid 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E7：bedroom_01 28 筆，pillow hold-out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E8 protocol、E9 public benchmark；demo 不是量化實驗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以變數專屬 nominal model、power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