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80618"/>
            <a:ext cx="5120640" cy="2971083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65948"/>
            <a:ext cx="5486400" cy="3183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入口分成使用者互動層與 AI 工具呼叫層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所有請求都先進入服務編排層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後端主體為環境數位孿生核心與校正學習層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hybrid residual 只作為 optional 第二層修正器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E5：window matrix 48 組外部邊界條件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E8 protocol、E9 public benchmark；demo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另以 bedroom_01 真實快照檢查 sparse calibration 對 pillow 點的改善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CU-BEMS C1/C3 可勝過 linear regression，但商辦 zone-level persistence 太強，不能宣稱全面勝出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擴充 CO2 / PM2.5 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改進 multi-zone / partition 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補足 dense real-room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研究遠端 MCP 與閉環控制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