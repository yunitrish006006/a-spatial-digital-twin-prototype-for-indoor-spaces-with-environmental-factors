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系所：國立彰化師範大學資訊工程學系碩士班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主題：以 8 顆角落感測器重建單房間溫度、濕度、照度場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研究問題與動機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問題背景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一般房間內仍存在大量非連網裝置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冷氣、窗戶、照明會改變環境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但系統通常無法直接讀到其狀態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核心挑戰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只有少量感測器，無法直接知道全室分布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裝置可能新增、移動，家具也會阻擋傳遞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模型都出現不合理結果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重建三因子空間場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學習非連網裝置對環境的影響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以 Web 與工具介面提供查詢與決策能力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入口分成使用者互動層與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所有請求都先進入服務編排層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後端主體為環境數位孿生核心與校正學習層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hybrid residual 只作為 optional 第二層修正器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房間尺寸：6 m × 4 m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感測器：地面四角 + 天花板四角，共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區域：window_zone / center_zone / door_side_zone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採樣網格：16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數學模型：變數專屬場模型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核心表示式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Nᵥ：變數專屬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溫度：熱交換、熱源、垂直分層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濕度：除濕、水氣交換、物理範圍限制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照度：直射、環境光、一次漫反射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模型特點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冷氣、窗戶、照明都是模組化裝置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家具會造成 obstacle-aware attenuation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動態響應採一階收斂近似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三個變數共用座標、設備與校正框架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nominal model 不共用同一套物理公式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推薦必須先有 sample / cluster 與三因子目標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模型學習、推論與推薦資料流</a:t>
            </a:r>
          </a:p>
        </p:txBody>
      </p:sp>
      <p:pic>
        <p:nvPicPr>
          <p:cNvPr id="4" name="Picture 3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4128"/>
            <a:ext cx="11384280" cy="5230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MCP：工具化介面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不做預測；只提供 AI 可呼叫 runtime tools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initialize：設定 scenario、baseline、外部邊界、設備/家具、時間與 estimator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sample point：查指定座標在特定時間/穩定態的三因子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learn impacts：建立 before/after 觀測紀錄再學係數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window direct：直接輸入外部溫濕度、日照與開窗比例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rank actions：指定座標 sample + T/H/L 目標後才排序註冊設備操作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時間軸、播放、point sample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裝置與家具都可模組化設定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 hybrid estimator toggle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輸入模式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標準情境 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窗戶矩陣 48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 direct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自訂家具與自訂裝置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驗證流程與比較原則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035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E1-E3：synthetic full-field、IDW baseline、ablation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E4：非連網裝置影響學習與推薦排序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E5：window matrix 48 組外部邊界條件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E6：hybrid no-Fourier 對照與 LOO cross-validation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E7：bedroom_01 28 筆，pillow hold-out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E8 protocol、E9 public benchmark；demo 不是量化實驗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主要結果：場重建與 baseline 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驗證情境數：8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比較項目：field / sensors / zones / IDW / recommendations</a:t>
            </a:r>
          </a:p>
        </p:txBody>
      </p:sp>
      <p:pic>
        <p:nvPicPr>
          <p:cNvPr id="6" name="Picture 5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3474720" cy="4297680"/>
          </a:xfrm>
          <a:prstGeom prst="rect">
            <a:avLst/>
          </a:prstGeom>
        </p:spPr>
      </p:pic>
      <p:pic>
        <p:nvPicPr>
          <p:cNvPr id="7" name="Picture 6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325880"/>
            <a:ext cx="347472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Held-out + LOO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hybrid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hybrid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hybrid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669280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hybrid residual 是第二層修正器，不取代主模型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結果證明標準情境 family 內殘差可學習，不代表任意房間泛化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另以 bedroom_01 真實快照檢查 sparse calibration 對 pillow 點的改善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研究貢獻與資料策略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提出以單房間、8 顆角落感測器為前提的三因子空間數位孿生原型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以變數專屬 nominal model、power calibration 與 trilinear correction 建立可解釋估測流程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 least-squares 學習非連網裝置影響，並用 hybrid residual 做第二層修正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明確拆分 synthetic full-field、real sparse calibration、public task-aligned 與 intervention validation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完整 3D 場比較以 canonical synthetic benchmark 為主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真實臥室快照校正後 pillow MAE: T=0.1676, H=0.3939, L=21.3753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公開資料集則採 task-aligned benchmark：CU-BEMS / SML2010 / ASHRAE 各比相容子任務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有限角落感測器下仍可用分層式模型重建單房間三因子分布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非連網裝置可透過環境變化進行影響學習與校正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7 天快照顯示校正後可改善未參與 fitting 的 pillow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各資料來源支援的 claim boundary 已拆開說明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模型已能輸出區域估計、反事實推薦排序與 AI 可查詢工具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擴充 CO2 / PM2.5 等因子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改進 multi-zone / partition 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補足 dense real-room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研究遠端 MCP 與閉環控制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溫濕度響應較平滑可低通；照度因光源/遮蔽需保留快速跳變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