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80618"/>
            <a:ext cx="5120640" cy="2971083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65948"/>
            <a:ext cx="5486400" cy="3183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入口分成使用者互動層與 AI 工具呼叫層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所有請求都先進入服務編排層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後端主體為環境數位孿生核心與校正學習層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hybrid residual 只作為 optional 第二層修正器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E5：window matrix 48 組外部邊界條件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E8 protocol、E9 public benchmark；demo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2.0835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37360"/>
            <a:ext cx="3474720" cy="3474720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37360"/>
            <a:ext cx="3474720" cy="3474720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T=0.0023, H=0.0041,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T=0.0022, H=0.0045,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H=0.0055, L=0.1581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96.88%, L 92.41%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另以 bedroom_01 真實快照檢查 sparse calibration 對 pillow 點的改善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CU-BEMS C1/C3 可勝過 linear regression，但商辦 zone-level persistence 太強，不能宣稱全面勝出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真實臥室快照校正後 pillow MAE: T=0.1676, H=0.3939, L=21.3753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各資料來源支援的 claim boundary 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擴充 CO2 / PM2.5 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改進 multi-zone / partition 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補足 dense real-room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研究遠端 MCP 與閉環控制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所以報告時要用「估計／推估」，不要說「量測到」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N_T、N_H、N_L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Oₜ(pₛ,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Oₕ(pₛ,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Oₗ(pₛ,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報告時要明確說出資料來源是哪一種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N_T(p,t) = T₀ + B_T(t) + S_T(p,t) + γ_T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γ_T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B_T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 = B_ac,T(t) + B_win,T(t) + B_light,T(t)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 = S_ac,T(p,t) + S_win,T(p,t) + S_light,T(p,t)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T_out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注意：燈具在溫度是熱源，在照度才是光源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B_ac,T(t) = s_m k_ac,Tᵍ d_T P_ac A_ac(t)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s_m：冷房或暖房模式符號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d_T：設定溫度與室內基準的需求差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P_ac：校正後冷氣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S_ac,T(p,t) = s_m k_ac,Tˢ d_T P_ac E_ac(p,t)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解讀方式：B 是全室趨勢，S 是出風口附近差異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B_win,T(t) = k_win,Tᵍ (T_out - T₀) P_win A_win(t)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P_win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B_light,T(t) = k_light,Tᵍ P_light A_light(t)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S_light,T(p,t) = k_light,Tˢ P_light E_light(p,t)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 = -k_ac,Hᵍ d_H P_ac A_ac(t)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k_win,Hᵍ (H_out - H₀) P_win A_win(t)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H_out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 = -k_ac,Hˢ d_H P_ac E_ac(p,t)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k_win,Hˢ (H_out - H₀)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N_L(p,t) = max{0, L₀ + L_winᵈⁱʳ(p,t)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照度由光源、窗戶、遮蔽與反射決定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L_winᵈⁱʳ(p,t) = S_out d_f k_sol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S_out：室外日照強度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d_f：與時間、季節或日照方向相關的折減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k_sol：窗戶日照轉換係數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L_lightᵈⁱʳ(p,t) = G_light P_light E_light(p,t)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G_light：燈具光通量尺度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P_light：燈具啟動或校正後影響尺度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n_s·r̂_s→p) V_s(p)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ρ_s：表面反射率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Ī_s：表面接收到的平均照度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限制與說法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可主張改善照度主要趨勢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不能主張達到精密光學模擬等級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affine 多了交互項，仍保持低階可解釋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a,b,c∈{0,1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}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ℓ_a(X) ℓ_b(Y) ℓ_c(Z)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我們證明的是三線性 residual correction 的一致性與可表示範圍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所以主張是接近主要空間趨勢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不是宣稱無條件還原任意真實室內場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嚴謹主張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這不是說所有室內場都一定是三線性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而是說在三線性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對平滑但非三線性的 residual，則用誤差界描述接近程度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對突發局部熱源、光斑或遮蔽尖峰，8 點不保證捕捉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這樣的 claim boundary 比較嚴謹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誤差上界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|Rᵥ(p,t) - Cᵥ(p,t)| ≤ W²M_xx/8 + L²M_yy/8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H²M_zz/8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Rᵥ：真實 residual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Cᵥ：三線性校正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W/L/H：房間寬、長、高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如何解釋「接近」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M_xx/M_yy/M_zz 是 residual 二階曲率上界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曲率越小，代表 residual 越平滑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平滑時，8 點三線性補間誤差可被上界限制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所以可說「在平滑 residual 假設下接近真實情況」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不能說高頻局部變化也一定準確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特徵向量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F_hum, F_illum, activations, powers, envelopes]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是模型已知的情境特徵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包含位置、時間、室內外條件與設備作用強度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目標是從觀測差異學出非連網設備的影響係數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標籤定義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= F_trueᵛ(pᵢ,tᵢ) - Fᵥ(pᵢ,tᵢ)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是主模型尚未吸收的 residual target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觀測提供設備啟用造成的差異訊號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least-squares 適合小資料、可解釋且可快速重算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若多個未知事件重疊，學到的是混合效果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F_hybridᵛ(p,t)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F_trueᵛ(p,t)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F_trueᵛ：訓練或合成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yᵢ：truth 或觀測參考值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Σ_s w_s O_s / Σ_s w_s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w_s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O_s：感測器觀測值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為什麼拿它比較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 = P_before - P_after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Penalty 越大代表越偏離舒適目標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P_before：採取動作前的目標區域懲罰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P_after：反事實模擬動作後的懲罰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必須說清楚的限制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它是模型預測下的改善，不等於已證明因果效果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demo 可以呈現比較流程，但不能替代實測介入驗證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