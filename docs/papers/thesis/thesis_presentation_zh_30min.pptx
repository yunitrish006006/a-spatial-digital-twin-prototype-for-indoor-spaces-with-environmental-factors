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公式詳解完整版簡報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支援控制推薦與 AI 查詢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RQ3：學習後能否改善控制推薦？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 nominal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Nᵥ：溫度、濕度、照度各自的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溫度處理熱交換與垂直分層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濕度處理除濕與外氣水氣交換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照度處理光源幾何、遮蔽與反射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避免把同一組 bulk/local 公式硬套到三種物理量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感測器校正與裝置影響學習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6692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325880"/>
            <a:ext cx="45720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兩條核心流程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1. 角落觀測殘差 → power calibration → trilinear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2. before/after 觀測差值 → least-squares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目標是讓模型可校正，也可學習非連網裝置影響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本地 stdio server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scenario / ranking / baseline / point sample / window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可被 VS Code 或其他 MCP client 連接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標準情境共 8 組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窗戶矩陣共 48 組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比較 corrected estimate 與 IDW baseline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證據層級拆分 synthetic full-field、real sparse calibration、public task-aligned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真實 bedroom_01 快照共 28 筆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公開資料集僅作 task-aligned benchmark，不直接當 full-field 基準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推薦排序為 counterfactual simulation；實際效果需 before/after intervention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可做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溫度/濕度可做 Fourier low-pass；照度保留快速跳變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