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30 分鐘口試版簡報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主題：單房間三因子數位孿生、非連網裝置影響學習、工具化服務介面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報告流程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1. 問題背景與研究動機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2. 文獻定位與研究缺口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3. 系統架構與數學模型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4. 感測器校正、影響學習與 hybrid residual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5. 實作系統、驗證設計與實驗結果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6. 結論、限制與未來工作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研究背景與問題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房間場景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真實房間通常只有少量感測器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但使用者關心的是整個空間的舒適度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不是單一點位數值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非連網裝置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冷氣、窗戶、照明常無 API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狀態不可直接讀取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卻持續改變溫度、濕度、照度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核心需求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重建全室三因子分布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學習裝置對環境的影響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支援控制推薦與 AI 查詢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研究問題與貢獻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研究問題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RQ1：8 顆角落感測器能否重建單房間三因子空間場？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RQ2：能否從環境資料學習非連網裝置影響？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RQ3：學習後能否改善控制推薦？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RQ4：能否將模型封裝成 MCP 可查詢工具？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主要貢獻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single-room three-factor spatial digital twin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power calibration + trilinear residual correction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non-networked appliance impact learning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hybrid residual + Fourier denoising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task-aligned public benchmark strategy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MCP / Gemma / Web 可互動原型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文獻定位、研究缺口與比較原則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已有研究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房間尺度 IEQ 實驗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有限感測器場重建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hybrid thermal model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建築 digital twin 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常見不足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多只看熱環境或單雙因子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少處理非連網裝置學習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少將模型做成 AI 可查詢工具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多半不是單房間低成本原型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本研究定位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single-room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limited corner sensors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temperature + humidity + illuminance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control-oriented + MCP-accessible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public datasets only for aligned subtasks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整體系統架構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入口區分為人機互動層與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所有請求經服務編排後進入環境數位孿生核心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校正與影響學習層負責修正稀疏感測誤差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輸出為空間場估測、區域估測、動作排序與 3D 視覺化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主要執行資料流</a:t>
            </a:r>
          </a:p>
        </p:txBody>
      </p:sp>
      <p:pic>
        <p:nvPicPr>
          <p:cNvPr id="4" name="Picture 3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scenario 或 direct input 先進入 service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套用 indoor baseline、裝置、家具與時間設定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再做場估測、感測器校正與 dashboard 輸出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MCP 和 Web 都走同一條執行路徑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固定研究設定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房間：6 × 4 × 3 m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感測器：floor/ceiling 四角，共 8 顆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區域：window / center / door-side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核心裝置：ac_main / window_main / light_main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解析度：16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模組化裝置與家具阻擋</a:t>
            </a:r>
          </a:p>
        </p:txBody>
      </p:sp>
      <p:pic>
        <p:nvPicPr>
          <p:cNvPr id="4" name="Picture 3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冷氣、窗戶、燈都可視為模組化裝置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家具是可開關、可移動的阻擋物件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阻擋效果會依幾何位置自適應調整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Web 端可新增 custom devices 與 custom furniture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數學模型：bulk + local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核心形式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Fᵥ = Bᵥᵇᵘˡᵏ + Bᵥˡᵒᶜᵃˡ + Σ Iⱼ,ᵥˡᵒᶜᵃˡ + Cᵥ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Bᵥᵇᵘˡᵏ：全室平均狀態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Bᵥˡᵒᶜᵃˡ：背景分層與空間差異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Iⱼ,ᵥˡᵒᶜᵃˡ：設備局部影響函數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Cᵥ：感測器殘差校正場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設計理由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避免只有冷氣附近變冷、全室仍近乎不變的不合理情況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早期純插值與 local-only 版本都失敗過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比 CFD 輕量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比純插值更可解釋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適合控制導向與即時服務化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感測器校正與裝置影響學習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6692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325880"/>
            <a:ext cx="45720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兩條核心流程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1. 角落觀測殘差 → power calibration → trilinear correction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2. before/after 觀測差值 → least-squares impact learning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目標是讓模型可校正，也可學習非連網裝置影響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MCP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本地 stdio server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scenario / ranking / baseline / point sample / window tools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可被 VS Code 或其他 MCP client 連接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Gemma / Ollama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MCP 支援來自主機與 runtime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不是宣稱模型原生支援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時間軸與播放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裝置/家具模組化調整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hybrid estimator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驗證設計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標準情境共 8 組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窗戶矩陣共 48 組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比較 corrected estimate 與 IDW baseline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證據層級拆分 synthetic full-field、real sparse calibration、public task-aligned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真實 bedroom_01 快照共 28 筆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公開資料集僅作 task-aligned benchmark，不直接當 full-field 基準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推薦排序為 counterfactual simulation；實際效果需 before/after intervention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情境設計與輸入模式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idle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ac_only / window_only / light_only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ac_window / window_light / ac_light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all_active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窗戶模式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四季 × 天氣 × 時段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matrix evaluation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也支援 direct outdoor input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可分析窗邊區與中心區差異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時間軸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所有 scenario 都有 elapsed time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近似一階動態收斂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Web 端可播放到 quasi-steady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主要量化結果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IDW 比較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IDW 可做 baseline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但缺設備位置與方向資訊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照度與局部熱區重建效果明顯較差</a:t>
            </a:r>
          </a:p>
        </p:txBody>
      </p:sp>
      <p:pic>
        <p:nvPicPr>
          <p:cNvPr id="6" name="Picture 5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143000"/>
            <a:ext cx="704088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真實臥室校正檢查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Raw pillow MAE: T=0.8967, H=4.1286, L=358.6392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Corrected pillow MAE: T=0.1676, H=0.3939, L=21.3753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推薦動作以實測 penalty 下降作為後續驗證指標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3D 視覺化結果</a:t>
            </a:r>
          </a:p>
        </p:txBody>
      </p:sp>
      <p:pic>
        <p:nvPicPr>
          <p:cNvPr id="4" name="Picture 3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3657600" cy="4389120"/>
          </a:xfrm>
          <a:prstGeom prst="rect">
            <a:avLst/>
          </a:prstGeom>
        </p:spPr>
      </p:pic>
      <p:pic>
        <p:nvPicPr>
          <p:cNvPr id="5" name="Picture 4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371600"/>
            <a:ext cx="3657600" cy="4389120"/>
          </a:xfrm>
          <a:prstGeom prst="rect">
            <a:avLst/>
          </a:prstGeom>
        </p:spPr>
      </p:pic>
      <p:pic>
        <p:nvPicPr>
          <p:cNvPr id="6" name="Picture 5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71600"/>
            <a:ext cx="36576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Robustness checks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Default MAE: T=0.0023, H=0.0041, L=0.1675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No-Fourier MAE: T=0.0022, H=0.0045, L=0.1675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LOO avg MAE: T=0.0017, H=0.0055, L=0.1581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557784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no-Fourier 對照顯示照度改善不是頻域處理造成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降低單一 held-out split 過度樂觀的風險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結果仍限標準情境 family，不等同任意房間泛化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真實臥室快照已驗證 calibration，推薦有效性仍需介入實驗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結論、限制與未來工作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單房間三因子數位孿生原型已可運作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可估場、可校正、可學習、可推薦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bedroom_01 快照顯示校正後 pillow 點 MAE 明顯下降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資料比較需依任務層級切分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hybrid residual 泛化仍需更多房間與 dense ground truth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MCP 與 Web 展示已完成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限制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已有小型真實臥室快照，但仍缺長期 dense field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LOO hybrid 目前只支持標準情境 family 內殘差可學習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不是 CFD 等級模型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公開資料集缺乏 full-field ground truth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推薦動作尚未完成真實介入式因果驗證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加入 CO2 / PM2.5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發展 multi-zone / partition model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把 CU-BEMS / SML2010 / ASHRAE 納入 task-aligned benchmark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朝閉環控制與遠端 MCP 延伸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